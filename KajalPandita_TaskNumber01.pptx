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27432000" cy="43891200"/>
  <p:notesSz cx="6858000" cy="9144000"/>
  <p:embeddedFontLst>
    <p:embeddedFont>
      <p:font typeface="Amasis MT Pro Black" panose="02040A04050005020304" pitchFamily="18" charset="0"/>
      <p:bold r:id="rId5"/>
      <p:boldItalic r:id="rId6"/>
    </p:embeddedFont>
    <p:embeddedFont>
      <p:font typeface="Arial Black" panose="020B0A04020102020204" pitchFamily="34" charset="0"/>
      <p:bold r:id="rId7"/>
    </p:embeddedFont>
    <p:embeddedFont>
      <p:font typeface="Bahnschrift Condensed" panose="020B0502040204020203" pitchFamily="34" charset="0"/>
      <p:regular r:id="rId8"/>
      <p:bold r:id="rId9"/>
    </p:embeddedFont>
    <p:embeddedFont>
      <p:font typeface="Bahnschrift SemiBold SemiConden" panose="020B0502040204020203" pitchFamily="34" charset="0"/>
      <p:bold r:id="rId10"/>
    </p:embeddedFont>
    <p:embeddedFont>
      <p:font typeface="Rockwell Extra Bold" panose="02060903040505020403" pitchFamily="18" charset="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hqckwzZCpgbKeH6/YOV6+/mrqP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" d="100"/>
          <a:sy n="10" d="100"/>
        </p:scale>
        <p:origin x="1013" y="3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2EF408-16EB-54AA-0DED-D8CF8937C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799" y="0"/>
            <a:ext cx="13392201" cy="403859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767F9C-4F98-7363-6DC1-DC3942898B2B}"/>
              </a:ext>
            </a:extLst>
          </p:cNvPr>
          <p:cNvSpPr txBox="1"/>
          <p:nvPr/>
        </p:nvSpPr>
        <p:spPr>
          <a:xfrm>
            <a:off x="783770" y="4049486"/>
            <a:ext cx="174389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rgbClr val="FFFF00"/>
                </a:solidFill>
                <a:latin typeface="Amasis MT Pro Black" panose="02040A04050005020304" pitchFamily="18" charset="0"/>
                <a:ea typeface="Calibri bold" panose="020F0702030404030204" pitchFamily="34" charset="0"/>
                <a:cs typeface="Calibri bold" panose="020F0702030404030204" pitchFamily="34" charset="0"/>
              </a:rPr>
              <a:t>PUBLIC  SAFETY INITIATIVE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F19FC-ABF3-A4F0-BD03-5EF4BE13CC51}"/>
              </a:ext>
            </a:extLst>
          </p:cNvPr>
          <p:cNvSpPr txBox="1"/>
          <p:nvPr/>
        </p:nvSpPr>
        <p:spPr>
          <a:xfrm>
            <a:off x="459970" y="5556371"/>
            <a:ext cx="12932229" cy="1163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0" b="1" dirty="0">
                <a:solidFill>
                  <a:schemeClr val="bg1"/>
                </a:solidFill>
                <a:latin typeface="Rockwell Extra Bold" panose="02060903040505020403" pitchFamily="18" charset="0"/>
              </a:rPr>
              <a:t>STOP </a:t>
            </a:r>
          </a:p>
          <a:p>
            <a:r>
              <a:rPr lang="en-IN" sz="25000" b="1" dirty="0">
                <a:solidFill>
                  <a:srgbClr val="FFC000"/>
                </a:solidFill>
                <a:latin typeface="Rockwell Extra Bold" panose="02060903040505020403" pitchFamily="18" charset="0"/>
              </a:rPr>
              <a:t>CYBER</a:t>
            </a:r>
            <a:r>
              <a:rPr lang="en-IN" sz="25000" b="1" dirty="0">
                <a:solidFill>
                  <a:schemeClr val="bg1"/>
                </a:solidFill>
                <a:latin typeface="Rockwell Extra Bold" panose="02060903040505020403" pitchFamily="18" charset="0"/>
              </a:rPr>
              <a:t> </a:t>
            </a:r>
          </a:p>
          <a:p>
            <a:r>
              <a:rPr lang="en-IN" sz="25000" b="1" dirty="0">
                <a:solidFill>
                  <a:schemeClr val="bg1"/>
                </a:solidFill>
                <a:latin typeface="Rockwell Extra Bold" panose="02060903040505020403" pitchFamily="18" charset="0"/>
              </a:rPr>
              <a:t>SCAMS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4E16DE-4788-E507-2B80-46EC2895D3FA}"/>
              </a:ext>
            </a:extLst>
          </p:cNvPr>
          <p:cNvSpPr/>
          <p:nvPr/>
        </p:nvSpPr>
        <p:spPr>
          <a:xfrm>
            <a:off x="783770" y="18198734"/>
            <a:ext cx="11692642" cy="296309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9600" b="1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en-IN" sz="9600" b="1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DIAL  1930</a:t>
            </a:r>
          </a:p>
          <a:p>
            <a:pPr algn="ctr"/>
            <a:endParaRPr lang="en-IN" sz="9600" b="1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96935-9125-F923-2809-C979112219F1}"/>
              </a:ext>
            </a:extLst>
          </p:cNvPr>
          <p:cNvSpPr txBox="1"/>
          <p:nvPr/>
        </p:nvSpPr>
        <p:spPr>
          <a:xfrm>
            <a:off x="783769" y="22170238"/>
            <a:ext cx="1293222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  <a:latin typeface="Bahnschrift SemiBold SemiConden" panose="020B0502040204020203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3 RULES TO STAY SAFE </a:t>
            </a:r>
          </a:p>
          <a:p>
            <a:pPr marL="1143000" indent="-1143000">
              <a:buClr>
                <a:schemeClr val="bg1"/>
              </a:buClr>
              <a:buFont typeface="+mj-lt"/>
              <a:buAutoNum type="arabicPeriod"/>
            </a:pPr>
            <a:r>
              <a:rPr lang="en-IN" sz="6600" dirty="0">
                <a:solidFill>
                  <a:schemeClr val="bg1"/>
                </a:solidFill>
                <a:latin typeface="Bahnschrift SemiBold SemiConden" panose="020B0502040204020203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Banks NEVER  call for OTP /PIN</a:t>
            </a:r>
          </a:p>
          <a:p>
            <a:pPr marL="1143000" indent="-1143000">
              <a:buClr>
                <a:schemeClr val="bg1"/>
              </a:buClr>
              <a:buFont typeface="+mj-lt"/>
              <a:buAutoNum type="arabicPeriod"/>
            </a:pPr>
            <a:r>
              <a:rPr lang="en-IN" sz="6600" dirty="0">
                <a:solidFill>
                  <a:schemeClr val="bg1"/>
                </a:solidFill>
                <a:latin typeface="Bahnschrift SemiBold SemiConden" panose="020B0502040204020203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Don’t click unknown SMS links</a:t>
            </a:r>
          </a:p>
          <a:p>
            <a:pPr marL="1143000" indent="-1143000">
              <a:buClr>
                <a:schemeClr val="bg1"/>
              </a:buClr>
              <a:buFont typeface="+mj-lt"/>
              <a:buAutoNum type="arabicPeriod"/>
            </a:pPr>
            <a:r>
              <a:rPr lang="en-IN" sz="6600" dirty="0">
                <a:solidFill>
                  <a:schemeClr val="bg1"/>
                </a:solidFill>
                <a:latin typeface="Bahnschrift SemiBold SemiConden" panose="020B0502040204020203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Lost money? Report in 1 hour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31A50E-1ED3-1503-F5C2-92F6E40D2491}"/>
              </a:ext>
            </a:extLst>
          </p:cNvPr>
          <p:cNvCxnSpPr/>
          <p:nvPr/>
        </p:nvCxnSpPr>
        <p:spPr>
          <a:xfrm>
            <a:off x="459970" y="27497314"/>
            <a:ext cx="12932229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217350-A5BD-1FC8-149A-217C1909EB03}"/>
              </a:ext>
            </a:extLst>
          </p:cNvPr>
          <p:cNvSpPr txBox="1"/>
          <p:nvPr/>
        </p:nvSpPr>
        <p:spPr>
          <a:xfrm>
            <a:off x="553783" y="28182353"/>
            <a:ext cx="13392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i="1" dirty="0">
                <a:solidFill>
                  <a:schemeClr val="bg1"/>
                </a:solidFill>
                <a:latin typeface="Rockwell Extra Bold" panose="02060903040505020403" pitchFamily="18" charset="0"/>
                <a:ea typeface="Calibri italic" panose="020F05020202040A0204" pitchFamily="34" charset="0"/>
                <a:cs typeface="Calibri italic" panose="020F05020202040A0204" pitchFamily="34" charset="0"/>
              </a:rPr>
              <a:t>Fraudsters  create panic.</a:t>
            </a:r>
          </a:p>
          <a:p>
            <a:r>
              <a:rPr lang="en-IN" sz="6000" i="1" dirty="0">
                <a:solidFill>
                  <a:schemeClr val="bg1"/>
                </a:solidFill>
                <a:latin typeface="Rockwell Extra Bold" panose="02060903040505020403" pitchFamily="18" charset="0"/>
                <a:ea typeface="Calibri italic" panose="020F05020202040A0204" pitchFamily="34" charset="0"/>
                <a:cs typeface="Calibri italic" panose="020F05020202040A0204" pitchFamily="34" charset="0"/>
              </a:rPr>
              <a:t>Stay clam. Verify first.</a:t>
            </a:r>
          </a:p>
          <a:p>
            <a:r>
              <a:rPr lang="en-IN" sz="6000" i="1" dirty="0">
                <a:solidFill>
                  <a:schemeClr val="bg1"/>
                </a:solidFill>
                <a:latin typeface="Rockwell Extra Bold" panose="02060903040505020403" pitchFamily="18" charset="0"/>
                <a:ea typeface="Calibri italic" panose="020F05020202040A0204" pitchFamily="34" charset="0"/>
                <a:cs typeface="Calibri italic" panose="020F05020202040A0204" pitchFamily="34" charset="0"/>
              </a:rPr>
              <a:t>Your OTP is your bank’s lock.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CEFADE-C4CA-AF7A-7BA9-7CE903F4539D}"/>
              </a:ext>
            </a:extLst>
          </p:cNvPr>
          <p:cNvCxnSpPr/>
          <p:nvPr/>
        </p:nvCxnSpPr>
        <p:spPr>
          <a:xfrm>
            <a:off x="459969" y="32025771"/>
            <a:ext cx="12932229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8B16A6B-253A-8B70-CFB7-4A9C915CA4C1}"/>
              </a:ext>
            </a:extLst>
          </p:cNvPr>
          <p:cNvSpPr txBox="1"/>
          <p:nvPr/>
        </p:nvSpPr>
        <p:spPr>
          <a:xfrm>
            <a:off x="1107570" y="32787496"/>
            <a:ext cx="126084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National Cyber Crime Helpline </a:t>
            </a:r>
            <a:r>
              <a:rPr lang="en-IN" sz="7200" dirty="0">
                <a:solidFill>
                  <a:srgbClr val="FFC000"/>
                </a:solidFill>
                <a:latin typeface="Bahnschrift SemiBold SemiConden" panose="020B0502040204020203" pitchFamily="34" charset="0"/>
              </a:rPr>
              <a:t>24x7</a:t>
            </a:r>
            <a:r>
              <a:rPr lang="en-IN" sz="7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| </a:t>
            </a:r>
            <a:r>
              <a:rPr lang="en-IN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Toll-Free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14D9BE-4833-3545-0A77-BE82F7460E6D}"/>
              </a:ext>
            </a:extLst>
          </p:cNvPr>
          <p:cNvSpPr txBox="1"/>
          <p:nvPr/>
        </p:nvSpPr>
        <p:spPr>
          <a:xfrm>
            <a:off x="769517" y="41009322"/>
            <a:ext cx="252453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A Public Service Message By Kajal Pandita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9221B1-C018-7957-513F-8D6EF9EF9739}"/>
              </a:ext>
            </a:extLst>
          </p:cNvPr>
          <p:cNvCxnSpPr>
            <a:cxnSpLocks/>
          </p:cNvCxnSpPr>
          <p:nvPr/>
        </p:nvCxnSpPr>
        <p:spPr>
          <a:xfrm>
            <a:off x="459969" y="40386000"/>
            <a:ext cx="2625357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28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583F57-4E9D-E8AA-7DF0-AA9B039D4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22" y="0"/>
            <a:ext cx="27213493" cy="43891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9BC17-F887-7125-43FE-F022D0479112}"/>
              </a:ext>
            </a:extLst>
          </p:cNvPr>
          <p:cNvSpPr txBox="1"/>
          <p:nvPr/>
        </p:nvSpPr>
        <p:spPr>
          <a:xfrm>
            <a:off x="1045031" y="1609597"/>
            <a:ext cx="1371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solidFill>
                  <a:srgbClr val="FFFF00"/>
                </a:solidFill>
                <a:latin typeface="Times New Roman" panose="02020603050405020304" pitchFamily="18" charset="0"/>
                <a:ea typeface="Calibri bold" panose="020F0702030404030204" pitchFamily="34" charset="0"/>
                <a:cs typeface="Times New Roman" panose="02020603050405020304" pitchFamily="18" charset="0"/>
              </a:rPr>
              <a:t>-----PUBLIC  SAFETY  INITIATIVE  ----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7FA3E-B619-50DC-5FC2-A90381708317}"/>
              </a:ext>
            </a:extLst>
          </p:cNvPr>
          <p:cNvSpPr txBox="1"/>
          <p:nvPr/>
        </p:nvSpPr>
        <p:spPr>
          <a:xfrm>
            <a:off x="1045031" y="2879261"/>
            <a:ext cx="16393884" cy="1163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0" b="1" dirty="0">
                <a:solidFill>
                  <a:schemeClr val="bg1"/>
                </a:solidFill>
                <a:latin typeface="Rockwell Extra Bold" panose="02060903040505020403" pitchFamily="18" charset="0"/>
                <a:ea typeface="MS UI Gothic" panose="020B0600070205080204" pitchFamily="34" charset="-128"/>
              </a:rPr>
              <a:t>STOP </a:t>
            </a:r>
          </a:p>
          <a:p>
            <a:r>
              <a:rPr lang="en-IN" sz="25000" b="1" dirty="0">
                <a:solidFill>
                  <a:srgbClr val="FFC000"/>
                </a:solidFill>
                <a:latin typeface="Rockwell Extra Bold" panose="02060903040505020403" pitchFamily="18" charset="0"/>
                <a:ea typeface="MS UI Gothic" panose="020B0600070205080204" pitchFamily="34" charset="-128"/>
              </a:rPr>
              <a:t>CYBER</a:t>
            </a:r>
            <a:r>
              <a:rPr lang="en-IN" sz="25000" b="1" dirty="0">
                <a:solidFill>
                  <a:schemeClr val="bg1"/>
                </a:solidFill>
                <a:latin typeface="Rockwell Extra Bold" panose="02060903040505020403" pitchFamily="18" charset="0"/>
                <a:ea typeface="MS UI Gothic" panose="020B0600070205080204" pitchFamily="34" charset="-128"/>
              </a:rPr>
              <a:t> </a:t>
            </a:r>
          </a:p>
          <a:p>
            <a:r>
              <a:rPr lang="en-IN" sz="25000" b="1" dirty="0">
                <a:solidFill>
                  <a:schemeClr val="bg1"/>
                </a:solidFill>
                <a:latin typeface="Rockwell Extra Bold" panose="02060903040505020403" pitchFamily="18" charset="0"/>
                <a:ea typeface="MS UI Gothic" panose="020B0600070205080204" pitchFamily="34" charset="-128"/>
              </a:rPr>
              <a:t>SCAMS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87CA4A-E36A-97EE-6B3E-E5170247D765}"/>
              </a:ext>
            </a:extLst>
          </p:cNvPr>
          <p:cNvCxnSpPr/>
          <p:nvPr/>
        </p:nvCxnSpPr>
        <p:spPr>
          <a:xfrm>
            <a:off x="1045031" y="15017378"/>
            <a:ext cx="1319348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90C5495-18A7-C89D-30F7-B2101B6FBD72}"/>
              </a:ext>
            </a:extLst>
          </p:cNvPr>
          <p:cNvSpPr txBox="1"/>
          <p:nvPr/>
        </p:nvSpPr>
        <p:spPr>
          <a:xfrm>
            <a:off x="1057022" y="15470595"/>
            <a:ext cx="142711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ea typeface="MS UI Gothic" panose="020B0600070205080204" pitchFamily="34" charset="-128"/>
                <a:cs typeface="Times New Roman" panose="02020603050405020304" pitchFamily="18" charset="0"/>
              </a:rPr>
              <a:t>BE ALERT , BE SAFE ,BE SECURE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4875E5-8969-85B6-47E1-523A5B637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31" y="17209430"/>
            <a:ext cx="12670969" cy="33843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6069693-CAEF-6991-6010-4B7454C09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66" y="21246110"/>
            <a:ext cx="1850305" cy="165027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398ABB4-EE48-ADBF-9365-55D367FC2070}"/>
              </a:ext>
            </a:extLst>
          </p:cNvPr>
          <p:cNvSpPr txBox="1"/>
          <p:nvPr/>
        </p:nvSpPr>
        <p:spPr>
          <a:xfrm>
            <a:off x="979716" y="25614483"/>
            <a:ext cx="142711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solidFill>
                  <a:schemeClr val="bg2">
                    <a:lumMod val="60000"/>
                    <a:lumOff val="40000"/>
                  </a:schemeClr>
                </a:solidFill>
                <a:latin typeface="Bahnschrift SemiBold SemiConden" panose="020B0502040204020203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---------------------------------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B16F6E-26F8-A19D-1AA6-452185227095}"/>
              </a:ext>
            </a:extLst>
          </p:cNvPr>
          <p:cNvSpPr txBox="1"/>
          <p:nvPr/>
        </p:nvSpPr>
        <p:spPr>
          <a:xfrm>
            <a:off x="3167745" y="21632132"/>
            <a:ext cx="142711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  <a:latin typeface="Bahnschrift SemiBold SemiConden" panose="020B0502040204020203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3 RULES TO STAY SAFE </a:t>
            </a:r>
            <a:endParaRPr lang="en-IN" sz="7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B3DDBF5-147E-8158-1818-703C1C56F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1549" y="27107491"/>
            <a:ext cx="1767643" cy="176764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F0706F0-2EEC-7B7D-AA21-D7029B47A1BE}"/>
              </a:ext>
            </a:extLst>
          </p:cNvPr>
          <p:cNvSpPr txBox="1"/>
          <p:nvPr/>
        </p:nvSpPr>
        <p:spPr>
          <a:xfrm>
            <a:off x="3167745" y="26796269"/>
            <a:ext cx="99992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3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</a:t>
            </a:r>
          </a:p>
          <a:p>
            <a:r>
              <a:rPr lang="en-IN" sz="6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OTP/ PIN with anyone .</a:t>
            </a:r>
          </a:p>
          <a:p>
            <a:endParaRPr lang="en-IN" sz="63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endParaRPr lang="en-IN" sz="6300" dirty="0">
              <a:solidFill>
                <a:srgbClr val="FFC000"/>
              </a:solidFill>
              <a:latin typeface="Bahnschrift Condensed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F55C5B7-8927-27D4-18C7-16B45A42FB58}"/>
              </a:ext>
            </a:extLst>
          </p:cNvPr>
          <p:cNvCxnSpPr/>
          <p:nvPr/>
        </p:nvCxnSpPr>
        <p:spPr>
          <a:xfrm>
            <a:off x="3167745" y="22896386"/>
            <a:ext cx="9127670" cy="0"/>
          </a:xfrm>
          <a:prstGeom prst="line">
            <a:avLst/>
          </a:prstGeom>
          <a:ln w="63500">
            <a:gradFill>
              <a:gsLst>
                <a:gs pos="70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CF11FC01-B385-8D5B-445E-0A7622D75B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031" y="23583157"/>
            <a:ext cx="2061645" cy="203132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F99CD8A-FFEE-9C85-309B-FDF7F2D9E1B7}"/>
              </a:ext>
            </a:extLst>
          </p:cNvPr>
          <p:cNvSpPr txBox="1"/>
          <p:nvPr/>
        </p:nvSpPr>
        <p:spPr>
          <a:xfrm>
            <a:off x="3223893" y="23527604"/>
            <a:ext cx="110146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3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</a:t>
            </a:r>
          </a:p>
          <a:p>
            <a:r>
              <a:rPr lang="en-IN" sz="6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Clicking on unknown links.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1D9BE9-8BFC-2512-6DA2-C087F2FAA634}"/>
              </a:ext>
            </a:extLst>
          </p:cNvPr>
          <p:cNvSpPr txBox="1"/>
          <p:nvPr/>
        </p:nvSpPr>
        <p:spPr>
          <a:xfrm>
            <a:off x="1001091" y="29374021"/>
            <a:ext cx="1260565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300" dirty="0">
                <a:solidFill>
                  <a:schemeClr val="bg2">
                    <a:lumMod val="40000"/>
                    <a:lumOff val="60000"/>
                  </a:schemeClr>
                </a:solidFill>
                <a:latin typeface="Rockwell Extra Bold" panose="02060903040505020403" pitchFamily="18" charset="0"/>
              </a:rPr>
              <a:t>-------------------------------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73214CD-216F-1D29-55DE-C12DD432F6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344" y="30593641"/>
            <a:ext cx="2302549" cy="213808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B852319-6946-EC12-809D-80B335E91BB0}"/>
              </a:ext>
            </a:extLst>
          </p:cNvPr>
          <p:cNvSpPr txBox="1"/>
          <p:nvPr/>
        </p:nvSpPr>
        <p:spPr>
          <a:xfrm>
            <a:off x="3600562" y="30335069"/>
            <a:ext cx="8082422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3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</a:p>
          <a:p>
            <a:r>
              <a:rPr lang="en-IN" sz="6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fraud or suspicious activity on</a:t>
            </a:r>
            <a:r>
              <a:rPr lang="en-IN" sz="63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63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1930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730BF01-9B68-364B-2EDE-1625E4A32D23}"/>
              </a:ext>
            </a:extLst>
          </p:cNvPr>
          <p:cNvCxnSpPr>
            <a:cxnSpLocks/>
          </p:cNvCxnSpPr>
          <p:nvPr/>
        </p:nvCxnSpPr>
        <p:spPr>
          <a:xfrm>
            <a:off x="762266" y="41661179"/>
            <a:ext cx="2590720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285593A-8F4D-7EC7-4A9B-663730D7ABA8}"/>
              </a:ext>
            </a:extLst>
          </p:cNvPr>
          <p:cNvSpPr txBox="1"/>
          <p:nvPr/>
        </p:nvSpPr>
        <p:spPr>
          <a:xfrm>
            <a:off x="2261618" y="42062399"/>
            <a:ext cx="22174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</a:rPr>
              <a:t>A Public Service Message By KAJAL PANDITA 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13A633C5-6DD0-68DC-4B39-705A64F031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6183" y="41954132"/>
            <a:ext cx="1818102" cy="1818102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6807781-7865-1B32-B9AE-DE248B47A7FA}"/>
              </a:ext>
            </a:extLst>
          </p:cNvPr>
          <p:cNvSpPr/>
          <p:nvPr/>
        </p:nvSpPr>
        <p:spPr>
          <a:xfrm>
            <a:off x="653142" y="34543937"/>
            <a:ext cx="25907207" cy="4814671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8F5C1CA-462E-0425-114F-F276502B64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266" y="35450979"/>
            <a:ext cx="2688559" cy="287613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7C7BA9C2-A289-7F30-251A-B474CEFBDC5A}"/>
              </a:ext>
            </a:extLst>
          </p:cNvPr>
          <p:cNvSpPr txBox="1"/>
          <p:nvPr/>
        </p:nvSpPr>
        <p:spPr>
          <a:xfrm>
            <a:off x="3493474" y="35698550"/>
            <a:ext cx="4835278" cy="2567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your  </a:t>
            </a:r>
            <a:r>
              <a:rPr lang="en-IN" sz="5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n-IN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banking into confidential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0B04229-C1FD-2521-8ED2-0B14A37897FF}"/>
              </a:ext>
            </a:extLst>
          </p:cNvPr>
          <p:cNvCxnSpPr/>
          <p:nvPr/>
        </p:nvCxnSpPr>
        <p:spPr>
          <a:xfrm>
            <a:off x="8673553" y="35546755"/>
            <a:ext cx="0" cy="29011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EC2F09BD-5221-4A04-18FF-82D82A4FC5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5749" y="35546755"/>
            <a:ext cx="2662266" cy="315509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FED7CAF5-1880-DD47-C943-BC820A7A8A92}"/>
              </a:ext>
            </a:extLst>
          </p:cNvPr>
          <p:cNvSpPr txBox="1"/>
          <p:nvPr/>
        </p:nvSpPr>
        <p:spPr>
          <a:xfrm>
            <a:off x="12170747" y="35698550"/>
            <a:ext cx="49406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 secure </a:t>
            </a:r>
          </a:p>
          <a:p>
            <a:r>
              <a:rPr lang="en-IN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Networks for </a:t>
            </a:r>
          </a:p>
          <a:p>
            <a:r>
              <a:rPr lang="en-IN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Transactions.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5B4EAE8-4D98-29D2-AA45-0292165D5A81}"/>
              </a:ext>
            </a:extLst>
          </p:cNvPr>
          <p:cNvCxnSpPr/>
          <p:nvPr/>
        </p:nvCxnSpPr>
        <p:spPr>
          <a:xfrm>
            <a:off x="16858696" y="35625129"/>
            <a:ext cx="0" cy="29011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3CA47417-72BB-A7C5-28A6-8F13C91318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76161" y="35718391"/>
            <a:ext cx="2350295" cy="2807896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641AF9E1-EF7E-2909-5A20-91831CFAD2AC}"/>
              </a:ext>
            </a:extLst>
          </p:cNvPr>
          <p:cNvSpPr txBox="1"/>
          <p:nvPr/>
        </p:nvSpPr>
        <p:spPr>
          <a:xfrm>
            <a:off x="20170476" y="35916036"/>
            <a:ext cx="63686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before you trust , call your bank if unsure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46E295-B85E-1876-E874-70EE0E79310E}"/>
              </a:ext>
            </a:extLst>
          </p:cNvPr>
          <p:cNvSpPr txBox="1"/>
          <p:nvPr/>
        </p:nvSpPr>
        <p:spPr>
          <a:xfrm>
            <a:off x="2106545" y="40150319"/>
            <a:ext cx="24753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  <a:latin typeface="Amasis MT Pro Black" panose="02040A04050005020304" pitchFamily="18" charset="0"/>
              </a:rPr>
              <a:t>National Cyber Crime Helpline </a:t>
            </a:r>
            <a:r>
              <a:rPr lang="en-IN" sz="7200" dirty="0">
                <a:solidFill>
                  <a:srgbClr val="FFC000"/>
                </a:solidFill>
                <a:latin typeface="Amasis MT Pro Black" panose="02040A04050005020304" pitchFamily="18" charset="0"/>
              </a:rPr>
              <a:t>24x7</a:t>
            </a:r>
            <a:r>
              <a:rPr lang="en-IN" sz="7200" dirty="0">
                <a:solidFill>
                  <a:schemeClr val="bg1"/>
                </a:solidFill>
                <a:latin typeface="Amasis MT Pro Black" panose="02040A04050005020304" pitchFamily="18" charset="0"/>
              </a:rPr>
              <a:t> | Toll-Free</a:t>
            </a:r>
          </a:p>
        </p:txBody>
      </p:sp>
    </p:spTree>
    <p:extLst>
      <p:ext uri="{BB962C8B-B14F-4D97-AF65-F5344CB8AC3E}">
        <p14:creationId xmlns:p14="http://schemas.microsoft.com/office/powerpoint/2010/main" val="2662728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144</Words>
  <Application>Microsoft Office PowerPoint</Application>
  <PresentationFormat>Custom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Bahnschrift Condensed</vt:lpstr>
      <vt:lpstr>Bahnschrift SemiBold SemiConden</vt:lpstr>
      <vt:lpstr>Arial</vt:lpstr>
      <vt:lpstr>Times New Roman</vt:lpstr>
      <vt:lpstr>Arial Black</vt:lpstr>
      <vt:lpstr>Amasis MT Pro Black</vt:lpstr>
      <vt:lpstr>Calibri</vt:lpstr>
      <vt:lpstr>Rockwell Extra Bold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KAJAL PANDITA</dc:creator>
  <cp:lastModifiedBy>Kajal pandita</cp:lastModifiedBy>
  <cp:revision>16</cp:revision>
  <dcterms:created xsi:type="dcterms:W3CDTF">2006-08-16T00:00:00Z</dcterms:created>
  <dcterms:modified xsi:type="dcterms:W3CDTF">2026-06-15T11:59:38Z</dcterms:modified>
</cp:coreProperties>
</file>