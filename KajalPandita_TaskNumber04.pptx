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44" d="100"/>
          <a:sy n="44" d="100"/>
        </p:scale>
        <p:origin x="26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49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6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01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5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6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16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90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2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0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37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7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15593-3A53-48D5-BDD8-F90FFB6E31B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B6B65-3078-4E7D-B75F-B8D181DC2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0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59D93-3AE3-D9EC-AA06-6988B2C8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4E776-3CFF-7619-2D13-594F3B25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20" y="406486"/>
            <a:ext cx="1444796" cy="1122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AF853-8A1A-034B-9159-0F8387682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406486"/>
            <a:ext cx="3547872" cy="15137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1A9336-2978-8670-FAD1-207BAA6EE842}"/>
              </a:ext>
            </a:extLst>
          </p:cNvPr>
          <p:cNvSpPr/>
          <p:nvPr/>
        </p:nvSpPr>
        <p:spPr>
          <a:xfrm>
            <a:off x="512020" y="2126063"/>
            <a:ext cx="5431580" cy="187396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3E58D2-4A52-55B2-A894-34B0FC6E0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18" y="2197400"/>
            <a:ext cx="4995268" cy="17312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460BBC-3082-2945-DB2A-698AB2BE2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80" y="4201704"/>
            <a:ext cx="6784848" cy="2235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95FF59-0D20-9034-7583-217DE038ED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24" y="6639267"/>
            <a:ext cx="3236744" cy="19304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677AF0-5FA0-AEED-877B-6CCBF55165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9397" y="6672796"/>
            <a:ext cx="3236742" cy="19304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EB432C-FED8-DF2C-E163-59BE55E4EC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676" y="8603282"/>
            <a:ext cx="6347855" cy="1496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B437F-9E9E-3E91-D9C4-706DDD46620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9774" b="3254"/>
          <a:stretch>
            <a:fillRect/>
          </a:stretch>
        </p:blipFill>
        <p:spPr>
          <a:xfrm>
            <a:off x="1147827" y="11057244"/>
            <a:ext cx="4599154" cy="3894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7C07E6-A564-6451-E10D-A7616B85B3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1018" y="11286653"/>
            <a:ext cx="4728067" cy="802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29912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 pandita</dc:creator>
  <cp:lastModifiedBy>Kajal pandita</cp:lastModifiedBy>
  <cp:revision>2</cp:revision>
  <dcterms:created xsi:type="dcterms:W3CDTF">2026-06-17T04:51:47Z</dcterms:created>
  <dcterms:modified xsi:type="dcterms:W3CDTF">2026-06-17T05:37:46Z</dcterms:modified>
</cp:coreProperties>
</file>