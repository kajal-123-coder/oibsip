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AD2362-7EA5-449E-A1C4-987145E49F24}" v="6" dt="2026-06-16T06:40:47.0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24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C739A-4262-81B8-D85C-2C0F8A0B3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FAEE8-A4F6-FE96-1D68-05FAAF21C6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70607-B091-37F5-E534-3954B65A9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7063-490B-4371-A8A6-C0457C959135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25B12-5FCA-C8CB-5C9B-480E52419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8CCCC-B9E0-9CFC-D5AA-919545747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5C9DC-00D6-412C-A795-460726F07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020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5D0C-1B10-5755-9FFC-C25333B42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548AC-5022-7D14-8E0A-2A60F4FA1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26CE4-9303-CB54-EAAD-08D81E32B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7063-490B-4371-A8A6-C0457C959135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5C667-B214-69A9-B2AA-73B9FA2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B72E2-8185-AE19-CC94-AD1CC690C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5C9DC-00D6-412C-A795-460726F07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5837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E40C6-B279-5DE7-0168-529A1C9C1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9C4C58-91FF-C265-0AE4-F4C033803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2FCC5-FCD7-64C0-ED8A-CD86D2421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7063-490B-4371-A8A6-C0457C959135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675F8-DD8B-4C83-149B-6E4F43EB6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B8272-811D-F37A-736C-B796EFEB1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5C9DC-00D6-412C-A795-460726F07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839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DC011-34EE-F2B8-0AE4-72DF3C697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B2374-7481-3153-513E-BA033FEE7C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9A6BA-D00E-4880-4091-A5C1E6F7C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E8526-C1A9-5D63-774D-FFD467775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7063-490B-4371-A8A6-C0457C959135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8EEA21-6CD6-A9E2-476F-ACAA4BBC9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8DD3B-121A-7C6B-D9D6-F2A2D4900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5C9DC-00D6-412C-A795-460726F07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053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85303-6BAF-D75F-0B75-D30B42820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8438DC-6151-E18C-4713-DE4B27E22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2DC305-7691-12A9-4E80-11F302A1DC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C83081-052A-0996-768E-BD29BCB3D1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8265E0-D07C-F16E-DB48-6436DB2577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162297-302E-28DA-260D-B7D8AFE46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7063-490B-4371-A8A6-C0457C959135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67C366-BD92-22A1-02FC-3ACF31A2E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8A5DB2-70BA-B486-7E7A-F5448BFBA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5C9DC-00D6-412C-A795-460726F07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073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05B4F-C24E-F118-6609-4358F3240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E52FDB-5DF9-F18B-00EF-1AA7A918F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7063-490B-4371-A8A6-C0457C959135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70F768-83D4-53FC-7222-92C0035DB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7A1AE8-0546-F8D3-55D7-34F4C57A2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5C9DC-00D6-412C-A795-460726F07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37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9AA5D-67F1-5DB5-DE7F-C74EAAB78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7063-490B-4371-A8A6-C0457C959135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2896CC-B890-76EF-1D7F-52983147E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EA820-F386-E1B4-63C7-6EFE8E63A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5C9DC-00D6-412C-A795-460726F07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709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BF470-4765-CBC2-38CB-DE633B155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C5416-75F5-D403-6AA0-6185A055E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1FABFB-B97A-4829-63BE-B14153FDC2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B2EB60-92AA-A5E2-25FC-35D73B2F8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7063-490B-4371-A8A6-C0457C959135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414D2-4D34-1048-E0FC-089AEA66B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E7D2D-153B-85E3-4228-C3293819F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5C9DC-00D6-412C-A795-460726F07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291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F5F43-7130-BF93-D6BA-AA7C5D857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635FC7-D7E6-7C7B-B236-22C4FC3EC4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7363B1-B902-9F55-1D56-9D8E416FC8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8D5451-2E40-5981-380D-4CBA3E5B0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7063-490B-4371-A8A6-C0457C959135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D8CB77-8F4F-D389-FDEE-8DC772590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EA420D-0125-8BB0-CE80-2A093E82D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5C9DC-00D6-412C-A795-460726F07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524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B4863-EFB4-A7C4-B827-7F29BA134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E42F4D-642F-7F39-9E66-0C71C556E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00D8D-9D78-938D-5C67-8639C4AEA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7063-490B-4371-A8A6-C0457C959135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6BB682-0BCC-8D5C-9504-6B5CF7CA4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93C5B-BC1E-E983-57FC-C9F0BCF86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5C9DC-00D6-412C-A795-460726F07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260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44D3BD-AA3A-B29C-4AB4-0BCB2BFE30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9CAF77-6092-1975-92B6-583B695F84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6CF24-3140-2AC8-3B14-97C00783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7063-490B-4371-A8A6-C0457C959135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EBEFD-BD6D-ECBD-D137-5307A3AFA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B7DD5-915E-7835-2A63-99E868AA5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5C9DC-00D6-412C-A795-460726F07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873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5AA8C2-3CC0-4ECF-651F-24CC00759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BB0442-9606-B7EF-4DE5-241FACE17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5D332-4DDA-AEAF-F2DE-A59D448587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C47063-490B-4371-A8A6-C0457C959135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0222C-4892-37AE-461E-77DB361A5A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70B48-7666-2B8E-1892-085746B0E7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A5C9DC-00D6-412C-A795-460726F07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150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3F9C69C7-7C9A-9D74-F020-C5FF19D670D8}"/>
              </a:ext>
            </a:extLst>
          </p:cNvPr>
          <p:cNvSpPr/>
          <p:nvPr/>
        </p:nvSpPr>
        <p:spPr>
          <a:xfrm>
            <a:off x="3652684" y="1045905"/>
            <a:ext cx="4630993" cy="4300873"/>
          </a:xfrm>
          <a:prstGeom prst="ellipse">
            <a:avLst/>
          </a:prstGeom>
          <a:solidFill>
            <a:schemeClr val="tx1"/>
          </a:solidFill>
          <a:ln w="762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07F4C-0371-90B0-26D9-71F9FE0A7623}"/>
              </a:ext>
            </a:extLst>
          </p:cNvPr>
          <p:cNvSpPr txBox="1"/>
          <p:nvPr/>
        </p:nvSpPr>
        <p:spPr>
          <a:xfrm>
            <a:off x="5722374" y="1645425"/>
            <a:ext cx="2104104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0" dirty="0">
                <a:solidFill>
                  <a:schemeClr val="accent4">
                    <a:lumMod val="75000"/>
                  </a:schemeClr>
                </a:solidFill>
                <a:latin typeface="Algerian" panose="04020705040A02060702" pitchFamily="82" charset="0"/>
              </a:rPr>
              <a:t>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4D37EA-122E-AB14-E8CC-BD5072EB0FA8}"/>
              </a:ext>
            </a:extLst>
          </p:cNvPr>
          <p:cNvSpPr txBox="1"/>
          <p:nvPr/>
        </p:nvSpPr>
        <p:spPr>
          <a:xfrm>
            <a:off x="4232786" y="637797"/>
            <a:ext cx="347078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0" dirty="0">
                <a:solidFill>
                  <a:schemeClr val="accent4">
                    <a:lumMod val="75000"/>
                  </a:schemeClr>
                </a:solidFill>
                <a:latin typeface="Algerian" panose="04020705040A02060702" pitchFamily="82" charset="0"/>
              </a:rPr>
              <a:t>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F8CB51-61DF-71D5-5010-6E68E66354B9}"/>
              </a:ext>
            </a:extLst>
          </p:cNvPr>
          <p:cNvSpPr txBox="1"/>
          <p:nvPr/>
        </p:nvSpPr>
        <p:spPr>
          <a:xfrm>
            <a:off x="4149213" y="5346778"/>
            <a:ext cx="5250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accent4">
                    <a:lumMod val="75000"/>
                  </a:schemeClr>
                </a:solidFill>
                <a:latin typeface="Amasis MT Pro Black" panose="02040A04050005020304" pitchFamily="18" charset="0"/>
              </a:rPr>
              <a:t>K P  INFOTECH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65787B-BAC9-73F1-B980-4A49FA13DDDF}"/>
              </a:ext>
            </a:extLst>
          </p:cNvPr>
          <p:cNvSpPr txBox="1"/>
          <p:nvPr/>
        </p:nvSpPr>
        <p:spPr>
          <a:xfrm>
            <a:off x="4232786" y="5993109"/>
            <a:ext cx="4630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accent4">
                    <a:lumMod val="75000"/>
                  </a:schemeClr>
                </a:solidFill>
              </a:rPr>
              <a:t>--TRANSFORMING  IDEAS  INTO  REALITY ---</a:t>
            </a:r>
          </a:p>
        </p:txBody>
      </p:sp>
    </p:spTree>
    <p:extLst>
      <p:ext uri="{BB962C8B-B14F-4D97-AF65-F5344CB8AC3E}">
        <p14:creationId xmlns:p14="http://schemas.microsoft.com/office/powerpoint/2010/main" val="211533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175DBDB7-80C4-340E-6EEF-A5A44A933C41}"/>
              </a:ext>
            </a:extLst>
          </p:cNvPr>
          <p:cNvSpPr/>
          <p:nvPr/>
        </p:nvSpPr>
        <p:spPr>
          <a:xfrm>
            <a:off x="3805084" y="1361768"/>
            <a:ext cx="4237703" cy="3765755"/>
          </a:xfrm>
          <a:prstGeom prst="ellips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endParaRPr lang="en-IN" sz="20000" b="1" dirty="0">
              <a:ln/>
              <a:solidFill>
                <a:schemeClr val="accent4"/>
              </a:solidFill>
              <a:latin typeface="Vladimir Script" panose="03050402040407070305" pitchFamily="66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141F530-C7B9-7974-469B-536F977405A7}"/>
              </a:ext>
            </a:extLst>
          </p:cNvPr>
          <p:cNvSpPr/>
          <p:nvPr/>
        </p:nvSpPr>
        <p:spPr>
          <a:xfrm>
            <a:off x="3854245" y="1465007"/>
            <a:ext cx="4139380" cy="3785419"/>
          </a:xfrm>
          <a:prstGeom prst="ellipse">
            <a:avLst/>
          </a:prstGeom>
          <a:solidFill>
            <a:schemeClr val="tx1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EDE452F-8509-3351-D6CC-6F20527E8CB3}"/>
              </a:ext>
            </a:extLst>
          </p:cNvPr>
          <p:cNvSpPr/>
          <p:nvPr/>
        </p:nvSpPr>
        <p:spPr>
          <a:xfrm>
            <a:off x="3877612" y="1465008"/>
            <a:ext cx="4139380" cy="3662515"/>
          </a:xfrm>
          <a:prstGeom prst="ellipse">
            <a:avLst/>
          </a:prstGeom>
          <a:solidFill>
            <a:schemeClr val="tx1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7393CE8-ACE1-3C61-9D2E-4CCDD976E6B3}"/>
              </a:ext>
            </a:extLst>
          </p:cNvPr>
          <p:cNvSpPr/>
          <p:nvPr/>
        </p:nvSpPr>
        <p:spPr>
          <a:xfrm>
            <a:off x="3877612" y="1607574"/>
            <a:ext cx="4165174" cy="3436374"/>
          </a:xfrm>
          <a:prstGeom prst="ellipse">
            <a:avLst/>
          </a:prstGeom>
          <a:solidFill>
            <a:schemeClr val="tx1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90CF8D-1F7A-293B-A618-318FBC4BB109}"/>
              </a:ext>
            </a:extLst>
          </p:cNvPr>
          <p:cNvSpPr txBox="1"/>
          <p:nvPr/>
        </p:nvSpPr>
        <p:spPr>
          <a:xfrm rot="20754637">
            <a:off x="4380269" y="1845964"/>
            <a:ext cx="1189704" cy="324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500" dirty="0">
                <a:solidFill>
                  <a:schemeClr val="accent4">
                    <a:lumMod val="75000"/>
                  </a:schemeClr>
                </a:solidFill>
                <a:latin typeface="Vladimir Script" panose="03050402040407070305" pitchFamily="66" charset="0"/>
              </a:rPr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BC0931-6585-DEE4-1F6C-C0940231AF97}"/>
              </a:ext>
            </a:extLst>
          </p:cNvPr>
          <p:cNvSpPr txBox="1"/>
          <p:nvPr/>
        </p:nvSpPr>
        <p:spPr>
          <a:xfrm rot="20472990">
            <a:off x="5526182" y="2716927"/>
            <a:ext cx="122218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0" dirty="0">
                <a:solidFill>
                  <a:schemeClr val="accent4">
                    <a:lumMod val="75000"/>
                  </a:schemeClr>
                </a:solidFill>
                <a:latin typeface="Vladimir Script" panose="03050402040407070305" pitchFamily="66" charset="0"/>
              </a:rPr>
              <a:t>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389CB3-4E4E-D1D3-0EB1-3CC864649024}"/>
              </a:ext>
            </a:extLst>
          </p:cNvPr>
          <p:cNvSpPr txBox="1"/>
          <p:nvPr/>
        </p:nvSpPr>
        <p:spPr>
          <a:xfrm>
            <a:off x="4600012" y="5289754"/>
            <a:ext cx="443434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dirty="0">
                <a:solidFill>
                  <a:schemeClr val="accent4">
                    <a:lumMod val="75000"/>
                  </a:schemeClr>
                </a:solidFill>
                <a:latin typeface="Algerian" panose="04020705040A02060702" pitchFamily="82" charset="0"/>
              </a:rPr>
              <a:t>R K   C R E AT I V 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9E7F15-2148-8419-79B1-EF3CC13893BF}"/>
              </a:ext>
            </a:extLst>
          </p:cNvPr>
          <p:cNvSpPr txBox="1"/>
          <p:nvPr/>
        </p:nvSpPr>
        <p:spPr>
          <a:xfrm>
            <a:off x="4753018" y="5693372"/>
            <a:ext cx="4698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-- </a:t>
            </a:r>
            <a:r>
              <a:rPr lang="en-IN" sz="1600" dirty="0">
                <a:solidFill>
                  <a:schemeClr val="bg1">
                    <a:lumMod val="65000"/>
                  </a:schemeClr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THINK.  DESIGN.  ACHIEVE.   </a:t>
            </a: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--</a:t>
            </a:r>
          </a:p>
        </p:txBody>
      </p:sp>
    </p:spTree>
    <p:extLst>
      <p:ext uri="{BB962C8B-B14F-4D97-AF65-F5344CB8AC3E}">
        <p14:creationId xmlns:p14="http://schemas.microsoft.com/office/powerpoint/2010/main" val="3233680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3696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30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Algerian</vt:lpstr>
      <vt:lpstr>Amasis MT Pro Black</vt:lpstr>
      <vt:lpstr>Arabic Typesetting</vt:lpstr>
      <vt:lpstr>Arial</vt:lpstr>
      <vt:lpstr>Calibri</vt:lpstr>
      <vt:lpstr>Calibri Light</vt:lpstr>
      <vt:lpstr>Vladimir Script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Kajal pandita</dc:creator>
  <cp:lastModifiedBy>Kajal pandita</cp:lastModifiedBy>
  <cp:revision>2</cp:revision>
  <dcterms:created xsi:type="dcterms:W3CDTF">2026-06-16T06:27:04Z</dcterms:created>
  <dcterms:modified xsi:type="dcterms:W3CDTF">2026-06-16T06:48:28Z</dcterms:modified>
</cp:coreProperties>
</file>