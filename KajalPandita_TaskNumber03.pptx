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06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-634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34B3CF-0D7E-4FA1-90CB-0662B6CDB2D0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9DEE7D-2653-40ED-B9D6-B90F02429E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88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9DEE7D-2653-40ED-B9D6-B90F02429E3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5932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0C58B-D068-A4FA-CB39-2CA69195D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50EB1D-560D-7CBC-F53C-6ED7CCF18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2106D-7F53-E23E-736C-FDE8E8F7A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0A9A-85E1-4E2B-B58E-82CB7ED05E85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BBFB5-0B75-ACFF-A9AA-2A8582393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F8CF9-968F-3C24-A4A9-DDE5F16DC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70EAD-4F0A-4EB6-9656-5C209F71A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17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BD54-D7CA-46BB-E638-44BC305CF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32ED9-405C-530D-6103-D051DD9DF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09F73-684E-71B0-55BF-ED7E924B7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0A9A-85E1-4E2B-B58E-82CB7ED05E85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D2528-7CA8-5489-D4EE-5CE762A36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4D46B-8548-D1F6-8CFC-83AB13469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70EAD-4F0A-4EB6-9656-5C209F71A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88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7D094-981B-7E16-B9EE-BF39D4192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50246-F0E3-6F33-C4EB-F1DE2C588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C7643-0987-D49C-6E0F-E3C177265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0A9A-85E1-4E2B-B58E-82CB7ED05E85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34319-4135-E894-511D-8181D9D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842BD-FBA0-A25C-8998-7D5C358B4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70EAD-4F0A-4EB6-9656-5C209F71A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338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D6103-1686-33A5-14E0-1199B2C1A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29991-07CB-9792-5719-2A731D3CC4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141274-46DA-23B4-4B69-FE2DC3301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51591-F0F1-D6A7-2EC2-B22DB6B90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0A9A-85E1-4E2B-B58E-82CB7ED05E85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99ABE-6F41-13FD-A7D0-0F843B0D7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EF862C-A8E5-BE97-708A-CD9C086D0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70EAD-4F0A-4EB6-9656-5C209F71A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040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7A9B7-CE05-C50D-61DD-1FBFC29AA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C93AD3-5D37-EC17-DA25-8886A0234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F98D65-CC2B-0095-5A2A-643565887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30B696-C209-D5B9-CA94-6C6DF0EC26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F64DCD-4DA2-D654-A8F8-CB515FF7BA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8A1AB4-6D74-1E8D-084D-E6BE0CA1A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0A9A-85E1-4E2B-B58E-82CB7ED05E85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162BCD-76FE-5EEE-F464-F6B56EFD1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5DA197-FDD7-3ED3-7F8F-D9A3AB587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70EAD-4F0A-4EB6-9656-5C209F71A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562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2C3C7-8D77-3B58-DCFD-A85AAE11F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06511C-11B6-7C22-E221-D645C1B1B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0A9A-85E1-4E2B-B58E-82CB7ED05E85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C3D29-D50A-5D0D-4530-AE5EDE94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A4089-208E-9F2D-C8DA-90C769BEE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70EAD-4F0A-4EB6-9656-5C209F71A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258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A8FBF3-7228-DB6E-F481-5F7EEC3FD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0A9A-85E1-4E2B-B58E-82CB7ED05E85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56500A-F28E-CCFE-A9BF-C82085734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54236-10CF-C10E-6A47-C78CF5BAB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70EAD-4F0A-4EB6-9656-5C209F71A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138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D3930-49DB-991E-C34A-DDB39878E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47153-2BE6-4EE9-8053-2B2AAAC3C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B9757-9068-D1DF-5BA3-26286A948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08A89-2690-F16C-4216-C2BCF38A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0A9A-85E1-4E2B-B58E-82CB7ED05E85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17360-D244-AB7E-10B3-E5920B4A9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FB00AA-3A53-57C6-A7FA-64C6F7C13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70EAD-4F0A-4EB6-9656-5C209F71A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585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A31B0-B305-B10B-F4B9-6EB6EA0D6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223DB5-AD05-27DB-9418-07DA8A0AE2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D42C02-32E2-B038-4F5D-571EE8E2D8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A7C16-2B41-0062-F147-8FE60C4D7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0A9A-85E1-4E2B-B58E-82CB7ED05E85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7A05CE-6E3A-4120-1E57-7BEB2E655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FF81F9-1CE9-4A4A-5F95-34E2A0DD1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70EAD-4F0A-4EB6-9656-5C209F71A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121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9E2B6-926A-5FC6-E8AB-6CC981404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1B7EE8-E77D-1595-26A6-C5FA7B947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F56E1-43FC-1B4F-8B13-562B71B59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0A9A-85E1-4E2B-B58E-82CB7ED05E85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AE6BD-662B-8A0B-F3A1-288EAC303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722CC-1821-6F41-11D5-2DB201521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70EAD-4F0A-4EB6-9656-5C209F71A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764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6BB102-7C32-71D1-8F8B-DBA0613650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26ABAE-0BFE-BF80-E89E-742A78097B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33553-95C6-5974-9286-4BC9BF8C0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0A9A-85E1-4E2B-B58E-82CB7ED05E85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BD474-6A61-0DD6-1E77-E772A7AC8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990AC-6DE6-AD94-00D7-E95A0C684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70EAD-4F0A-4EB6-9656-5C209F71A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594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4FBC48-0273-4F94-F70B-C5F35C0EE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B5C52-6447-EBE1-4CA2-640ED5AF2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63E69-1466-4B28-29FA-4D1403056C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AD0A9A-85E1-4E2B-B58E-82CB7ED05E85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170A0-1EDC-9030-67C8-0AAF6DD6CD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38B47-C6A1-8AAD-6FA1-7D71A3CDA5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70EAD-4F0A-4EB6-9656-5C209F71A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63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olidDmnd">
          <a:fgClr>
            <a:schemeClr val="tx1">
              <a:lumMod val="95000"/>
              <a:lumOff val="5000"/>
            </a:schemeClr>
          </a:fgClr>
          <a:bgClr>
            <a:schemeClr val="bg1">
              <a:lumMod val="6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6CB69D-9DBB-B476-557F-672E1B3589C4}"/>
              </a:ext>
            </a:extLst>
          </p:cNvPr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AA6AD1-6672-BB0B-48BE-47C65B4F6E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6715" y="328243"/>
            <a:ext cx="7478570" cy="298245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873B22-09E3-C0DE-4C54-6B90502F8D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486" y="3631745"/>
            <a:ext cx="7458793" cy="298245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32DB2-779E-20F1-DC54-9EEB124C0E97}"/>
              </a:ext>
            </a:extLst>
          </p:cNvPr>
          <p:cNvSpPr txBox="1"/>
          <p:nvPr/>
        </p:nvSpPr>
        <p:spPr>
          <a:xfrm>
            <a:off x="5051876" y="-93034"/>
            <a:ext cx="84557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4144FC-B890-B3FE-0D2D-41F8F33299B8}"/>
              </a:ext>
            </a:extLst>
          </p:cNvPr>
          <p:cNvSpPr txBox="1"/>
          <p:nvPr/>
        </p:nvSpPr>
        <p:spPr>
          <a:xfrm>
            <a:off x="5837289" y="761271"/>
            <a:ext cx="112619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0" dirty="0">
                <a:solidFill>
                  <a:srgbClr val="7A0606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P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1718BB97-F8BA-2C40-C9A1-E5D1B1F8DEA1}"/>
              </a:ext>
            </a:extLst>
          </p:cNvPr>
          <p:cNvSpPr/>
          <p:nvPr/>
        </p:nvSpPr>
        <p:spPr>
          <a:xfrm rot="928709">
            <a:off x="5944751" y="870518"/>
            <a:ext cx="717695" cy="1616683"/>
          </a:xfrm>
          <a:prstGeom prst="arc">
            <a:avLst>
              <a:gd name="adj1" fmla="val 14493881"/>
              <a:gd name="adj2" fmla="val 8202035"/>
            </a:avLst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6CA397-0396-303B-3793-0EE4518C9085}"/>
              </a:ext>
            </a:extLst>
          </p:cNvPr>
          <p:cNvSpPr txBox="1"/>
          <p:nvPr/>
        </p:nvSpPr>
        <p:spPr>
          <a:xfrm>
            <a:off x="4798143" y="2415151"/>
            <a:ext cx="334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K P  S O L U T I O N 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B45D08-B2C8-6B92-6673-BECDF93F381B}"/>
              </a:ext>
            </a:extLst>
          </p:cNvPr>
          <p:cNvSpPr txBox="1"/>
          <p:nvPr/>
        </p:nvSpPr>
        <p:spPr>
          <a:xfrm>
            <a:off x="4640825" y="2747833"/>
            <a:ext cx="30873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 N N  O V A T E   .   I N S P I R E  .   G R O W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708DCDD-F3E6-F7B0-EAE3-5139CB78B38B}"/>
              </a:ext>
            </a:extLst>
          </p:cNvPr>
          <p:cNvCxnSpPr/>
          <p:nvPr/>
        </p:nvCxnSpPr>
        <p:spPr>
          <a:xfrm>
            <a:off x="5108144" y="3062126"/>
            <a:ext cx="747252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E3CE32C2-8676-5AD8-7788-AE8E23F59698}"/>
              </a:ext>
            </a:extLst>
          </p:cNvPr>
          <p:cNvSpPr/>
          <p:nvPr/>
        </p:nvSpPr>
        <p:spPr>
          <a:xfrm>
            <a:off x="5984696" y="3011023"/>
            <a:ext cx="95250" cy="75247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A634DDB-F304-D756-7484-34FC27A449E4}"/>
              </a:ext>
            </a:extLst>
          </p:cNvPr>
          <p:cNvCxnSpPr/>
          <p:nvPr/>
        </p:nvCxnSpPr>
        <p:spPr>
          <a:xfrm>
            <a:off x="6184489" y="3062126"/>
            <a:ext cx="747252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C44D68AA-D113-57F1-6AB1-AA46CAD21B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2426" y="4122459"/>
            <a:ext cx="323895" cy="32389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0652E87-305C-88D1-D5E9-1724920404BF}"/>
              </a:ext>
            </a:extLst>
          </p:cNvPr>
          <p:cNvSpPr txBox="1"/>
          <p:nvPr/>
        </p:nvSpPr>
        <p:spPr>
          <a:xfrm>
            <a:off x="2924811" y="4121824"/>
            <a:ext cx="21879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+91 9320642838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F166FCE-38B1-1290-4A71-CA23D14E5B8F}"/>
              </a:ext>
            </a:extLst>
          </p:cNvPr>
          <p:cNvCxnSpPr>
            <a:cxnSpLocks/>
          </p:cNvCxnSpPr>
          <p:nvPr/>
        </p:nvCxnSpPr>
        <p:spPr>
          <a:xfrm>
            <a:off x="2924811" y="4446354"/>
            <a:ext cx="2187963" cy="12940"/>
          </a:xfrm>
          <a:prstGeom prst="line">
            <a:avLst/>
          </a:prstGeom>
          <a:ln w="31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71AFC29-C864-0868-2E28-ADCA8232B7AF}"/>
              </a:ext>
            </a:extLst>
          </p:cNvPr>
          <p:cNvSpPr txBox="1"/>
          <p:nvPr/>
        </p:nvSpPr>
        <p:spPr>
          <a:xfrm>
            <a:off x="6400385" y="4320720"/>
            <a:ext cx="31829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 Black" panose="020B0A04020102020204" pitchFamily="34" charset="0"/>
              </a:rPr>
              <a:t>KAJAL  </a:t>
            </a:r>
            <a:r>
              <a:rPr lang="en-IN" sz="2400" b="1" dirty="0">
                <a:solidFill>
                  <a:srgbClr val="7A0606"/>
                </a:solidFill>
                <a:latin typeface="Arial Black" panose="020B0A04020102020204" pitchFamily="34" charset="0"/>
              </a:rPr>
              <a:t>PANDITA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CCBC256-CB23-70C6-C0FB-D902753FFA2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8417" b="28904"/>
          <a:stretch>
            <a:fillRect/>
          </a:stretch>
        </p:blipFill>
        <p:spPr>
          <a:xfrm>
            <a:off x="6558115" y="4872596"/>
            <a:ext cx="2711044" cy="23381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C8B63E0-741A-0A3F-447A-017372505E23}"/>
              </a:ext>
            </a:extLst>
          </p:cNvPr>
          <p:cNvSpPr txBox="1"/>
          <p:nvPr/>
        </p:nvSpPr>
        <p:spPr>
          <a:xfrm>
            <a:off x="6682350" y="5236783"/>
            <a:ext cx="29175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G R A P H I C   D E S I G N E R 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9E77021-1FD6-8C33-624D-60EB99D52D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4747" y="5474749"/>
            <a:ext cx="975227" cy="96333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5132285-1E8A-EE51-BE8D-ABABBBB376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2427" y="4517743"/>
            <a:ext cx="323894" cy="35891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B12C2A70-7F1E-2623-9238-EEE0E69B40D3}"/>
              </a:ext>
            </a:extLst>
          </p:cNvPr>
          <p:cNvSpPr txBox="1"/>
          <p:nvPr/>
        </p:nvSpPr>
        <p:spPr>
          <a:xfrm>
            <a:off x="2924811" y="4563614"/>
            <a:ext cx="21879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hello@kpsolutions.com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7C7ECCF-5564-033B-E119-B6EA9D67F20E}"/>
              </a:ext>
            </a:extLst>
          </p:cNvPr>
          <p:cNvCxnSpPr>
            <a:cxnSpLocks/>
          </p:cNvCxnSpPr>
          <p:nvPr/>
        </p:nvCxnSpPr>
        <p:spPr>
          <a:xfrm>
            <a:off x="2920181" y="4879251"/>
            <a:ext cx="2187963" cy="12940"/>
          </a:xfrm>
          <a:prstGeom prst="line">
            <a:avLst/>
          </a:prstGeom>
          <a:ln w="31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6B1EA1DC-6E09-4FC5-3423-B9E0F4E4D5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2426" y="4997233"/>
            <a:ext cx="323894" cy="28887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35A7FDF8-953B-A0A2-0047-81D32510FF5E}"/>
              </a:ext>
            </a:extLst>
          </p:cNvPr>
          <p:cNvSpPr txBox="1"/>
          <p:nvPr/>
        </p:nvSpPr>
        <p:spPr>
          <a:xfrm>
            <a:off x="2920181" y="4982830"/>
            <a:ext cx="23050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www.kpsolutions.com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74EBA3B-EC9D-BB2B-FFB2-1B18AE2D3EF2}"/>
              </a:ext>
            </a:extLst>
          </p:cNvPr>
          <p:cNvCxnSpPr>
            <a:cxnSpLocks/>
          </p:cNvCxnSpPr>
          <p:nvPr/>
        </p:nvCxnSpPr>
        <p:spPr>
          <a:xfrm>
            <a:off x="2978703" y="5337005"/>
            <a:ext cx="2187963" cy="12940"/>
          </a:xfrm>
          <a:prstGeom prst="line">
            <a:avLst/>
          </a:prstGeom>
          <a:ln w="31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45" name="Picture 44">
            <a:extLst>
              <a:ext uri="{FF2B5EF4-FFF2-40B4-BE49-F238E27FC236}">
                <a16:creationId xmlns:a16="http://schemas.microsoft.com/office/drawing/2014/main" id="{238407B0-1CE8-3FEA-B894-173E60790FE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12426" y="5549624"/>
            <a:ext cx="327688" cy="304826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D8E17D6-6AB8-4B89-182D-647EA3D384B8}"/>
              </a:ext>
            </a:extLst>
          </p:cNvPr>
          <p:cNvSpPr txBox="1"/>
          <p:nvPr/>
        </p:nvSpPr>
        <p:spPr>
          <a:xfrm>
            <a:off x="2978703" y="5474749"/>
            <a:ext cx="2458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123 ,Business </a:t>
            </a:r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Park,New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Delhi, India - 110001</a:t>
            </a:r>
          </a:p>
        </p:txBody>
      </p:sp>
    </p:spTree>
    <p:extLst>
      <p:ext uri="{BB962C8B-B14F-4D97-AF65-F5344CB8AC3E}">
        <p14:creationId xmlns:p14="http://schemas.microsoft.com/office/powerpoint/2010/main" val="113782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76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ADLaM Display</vt:lpstr>
      <vt:lpstr>Arabic Typesetting</vt:lpstr>
      <vt:lpstr>Arial</vt:lpstr>
      <vt:lpstr>Arial Black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Kajal pandita</dc:creator>
  <cp:lastModifiedBy>Kajal pandita</cp:lastModifiedBy>
  <cp:revision>3</cp:revision>
  <dcterms:created xsi:type="dcterms:W3CDTF">2026-06-16T06:48:53Z</dcterms:created>
  <dcterms:modified xsi:type="dcterms:W3CDTF">2026-06-16T14:48:07Z</dcterms:modified>
</cp:coreProperties>
</file>